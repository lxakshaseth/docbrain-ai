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107286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67E8F9"/>
                </a:solidFill>
                <a:latin typeface="Arial"/>
              </a:defRPr>
            </a:pPr>
            <a:r>
              <a:t>DocBrain AI</a:t>
            </a:r>
          </a:p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Enterprise PDF Knowledge Base &amp; Async RAG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Arial"/>
              </a:defRPr>
            </a:pPr>
            <a:r>
              <a:t>A production-grade, clean-architecture AI platform featuring Next.js 15, Node.js Express, Python FastAPI, LangGraph StateGraph, ChromaDB Vector Engine, and Redis Event Broker.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⚡ Stack: Next.js 15 | Express | FastAPI | LangGraph | ChromaDB | Redis Pub/Sub | MongoDB Atlas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DOCBRAIN AI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Executive Summary &amp; Core Value Proposition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🎯 The Challenge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Traditional search fails on unstructured PDF documentation.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Monolithic AI backend services create heavy memory bottlenecks and slow HTTP responses.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Standard vector RAG often suffers from context hallucinations without keyword precision.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Need for seamless, enterprise-grade multi-tenant authorization and document security.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🚀 The DocBrain Solution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Decoupled Microservice Architecture: Asynchronous event broker eliminates backend HTTP blocking.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Hybrid RAG Engine: Fuses Dense ChromaDB Vectors + Sparse BM25 Keywords via Reciprocal Rank Fusion.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LangGraph StateGraph Workflow: Multi-step AI pipeline with self-correcting grounded answers &amp; auto-generated follow-ups.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Full Study Suite: Automatic summary generation, mind maps, flashcards, and gTTS audio overviews.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DOCBRAIN AI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System Architecture &amp; Microservices Decoupling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1. Next.js 15 Web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App Router &amp; UI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▪ React 18 &amp; Zustand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▪ TanStack React Query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▪ Tailwind CSS &amp; Shadcn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▪ Streaming Chat &amp; Markdown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▪ Responsive UX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7E8F9"/>
                </a:solidFill>
              </a:defRPr>
            </a:pPr>
            <a:r>
              <a:t>2. Node Express API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API Gateway &amp; Auth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▪ Clean Architecture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▪ JWT &amp; RBAC Security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▪ Zod DTO Validation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▪ Multer PDF Ingestion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▪ Swagger UI Docs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3. Redis Pub/Sub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Async Event Bus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▪ Zero Direct HTTP Coupling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▪ Channels: pdf:ingest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▪ Channels: rag:query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▪ Channels: rag:stream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▪ Resilient Task Queues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4. Python AI Service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FastAPI &amp; RAG Engine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▪ LangGraph State Machine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▪ ChromaDB Vector Store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▪ Sparse BM25 Search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▪ Groq LPU &amp; Gemini LLMs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▪ gTTS Audio &amp; Study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DOCBRAIN AI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Mandatory Redis Event Broker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⚡ Architectural Mandate: Zero Synchronous Coupling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Direct HTTP calls between Node.js API gateway and Python AI processing for heavy PDF ingestion and RAG streaming are strictly forbidden. All heavy workloads are dispatched asynchronously via Redis Pub/Sub channels.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521208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📡 Redis Channels &amp; Payload Flow</a:t>
            </a:r>
          </a:p>
          <a:p>
            <a:pPr>
              <a:spcBef>
                <a:spcPts val="800"/>
              </a:spcBef>
              <a:defRPr sz="1300" b="1">
                <a:solidFill>
                  <a:srgbClr val="67E8F9"/>
                </a:solidFill>
              </a:defRPr>
            </a:pPr>
            <a:r>
              <a:t>• pdf:ingest:request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Node backend publishes PDF metadata &amp; file path on upload.</a:t>
            </a:r>
          </a:p>
          <a:p>
            <a:pPr>
              <a:spcBef>
                <a:spcPts val="800"/>
              </a:spcBef>
              <a:defRPr sz="1300" b="1">
                <a:solidFill>
                  <a:srgbClr val="67E8F9"/>
                </a:solidFill>
              </a:defRPr>
            </a:pPr>
            <a:r>
              <a:t>• pdf:ingest:response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Python service processes PDF, populates vector store, and emits status.</a:t>
            </a:r>
          </a:p>
          <a:p>
            <a:pPr>
              <a:spcBef>
                <a:spcPts val="800"/>
              </a:spcBef>
              <a:defRPr sz="1300" b="1">
                <a:solidFill>
                  <a:srgbClr val="67E8F9"/>
                </a:solidFill>
              </a:defRPr>
            </a:pPr>
            <a:r>
              <a:t>• rag:query:request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Node publishes user query prompt &amp; session ID.</a:t>
            </a:r>
          </a:p>
          <a:p>
            <a:pPr>
              <a:spcBef>
                <a:spcPts val="800"/>
              </a:spcBef>
              <a:defRPr sz="1300" b="1">
                <a:solidFill>
                  <a:srgbClr val="67E8F9"/>
                </a:solidFill>
              </a:defRPr>
            </a:pPr>
            <a:r>
              <a:t>• rag:stream:chunk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Python streams LLM response tokens back to Node for real-time SSE frontend delivery.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2651760"/>
            <a:ext cx="521208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283464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🛡️ Key Architectural Advantages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✔ Non-blocking Node.js Event Loop: API remains instantly responsive under heavy PDF parsing loads.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✔ Independent Scaling: Python worker instances can scale horizontally according to vector embedding demand.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✔ Fault Isolation: Crashes in heavy AI LLM processing do not affect backend auth or session databases.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✔ Real-time Streaming Support: Seamless token-by-token pub/sub streaming directly to client WebSockets/SSE.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DOCBRAIN AI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LangGraph StateGraph Workflow (AI Engine Pipeline)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STEP 1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hybrid_retrieve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Multi-Engine Context Retrieval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Executes ChromaDB Dense Vector embedding query.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Executes BM25 Sparse Keyword search across document chunks.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Merges rankings using Reciprocal Rank Fusion (RRF).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Extracts top-k most relevant grounded context snippets.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7E8F9"/>
                </a:solidFill>
              </a:defRPr>
            </a:pPr>
            <a:r>
              <a:t>STEP 2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generate_answer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Anti-Hallucination LLM Generation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Injects strict anti-hallucination system prompt templates.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Fetches chat memory history for session state.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Invokes Groq (Llama-3.1-70b) or Google Gemini 1.5 Flash.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Enforces strict attribution to uploaded PDF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STEP 3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generate_followups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Grounded Question Suggestion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Parses generated response and document context.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Generates 3 logical, contextually grounded follow-up prompts.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Returns structured JSON response payload to client.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Enhances user engagement and exploration.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DOCBRAIN AI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Hybrid Retrieval Strategy: Vector + Keyword RRF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🧠 Dual-Retrieval Mechanics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🔹 ChromaDB Dense Embeddings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Captures high-level semantic meaning, synonyms, and conceptual intent using SentenceTransformers / Gemini embeddings.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🔹 Sparse BM25 Keyword Search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Captures exact alphanumeric matches, technical jargon, proper nouns, and specific formula codes.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🔹 Reciprocal Rank Fusion (RRF)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RRF Score = ∑ 1 / (k + rank_i). Fuses rank order lists from both search engines without needing raw score normalization.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🎯 Accuracy &amp; Anti-Hallucination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✔ Zero-Context Fallback: System explicitly rejects queries outside PDF knowledge boundaries.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✔ Citation Metadata: Every response includes exact page numbers and PDF chunk references.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✔ Chunking Strategy: Recursive character text splitter (1000 chunk size, 200 overlap) preserves contextual continuity.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✔ Multi-LLM Resilience: Dynamic failover between Groq LPU (Llama-3.1-70b) and Google Gemini 1.5 Flash.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DOCBRAIN AI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Advanced Intelligence &amp; AI Study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📄 Automated Document Summarization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Generates executive summaries, key takeaways, and section breakdowns upon PDF upload.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Powered by specialized summary templates in Python AI 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🗺️ Mind Map &amp; Flashcard Generator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Extracts key entity relationships and generates interactive visual mind maps.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Automatically creates interactive study flashcards for quick revision.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12064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1148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7E8F9"/>
                </a:solidFill>
              </a:defRPr>
            </a:pPr>
            <a:r>
              <a:t>📊 Multi-PDF Comparison Engine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Side-by-side comparison between multiple uploaded PDF documents.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Highlights key differences, contradictory claims, and shared topics.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77639"/>
            <a:ext cx="512064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148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🔊 Audio Overview &amp; Public Share Links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Text-to-speech audio overview generated via gTTS engine.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Public read-only sharing via secure tokenized URLs (/share/:token).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DOCBRAIN AI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Comprehensive Technology Stack Breakdown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5242255"/>
              </a:tblGrid>
              <a:tr h="792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Technologies Used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Key Responsibilities &amp; Role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7E8F9"/>
                          </a:solidFill>
                          <a:latin typeface="Arial"/>
                        </a:defRPr>
                      </a:pPr>
                      <a:r>
                        <a:t>Frontend UI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Next.js 15 (App Router), React 18, Tailwind CSS, shadcn/ui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Responsive UI, Server Components, Zustand state, TanStack Query data fetching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7E8F9"/>
                          </a:solidFill>
                          <a:latin typeface="Arial"/>
                        </a:defRPr>
                      </a:pPr>
                      <a:r>
                        <a:t>Backend API Gateway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Node.js, Express, TypeScript, Zod, Multer, Swagger UI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Authentication, RBAC, DTO validation, document metadata, Swagger OpenAPI docs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7E8F9"/>
                          </a:solidFill>
                          <a:latin typeface="Arial"/>
                        </a:defRPr>
                      </a:pPr>
                      <a:r>
                        <a:t>AI Microservice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Python 3.11, FastAPI, LangChain, LangGraph, PyPDF, gTTS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RAG pipeline, state graph orchestration, document parsing, audio overview creation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7E8F9"/>
                          </a:solidFill>
                          <a:latin typeface="Arial"/>
                        </a:defRPr>
                      </a:pPr>
                      <a:r>
                        <a:t>Vector &amp; Document Store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ChromaDB (Vector Store), MongoDB Atlas (Cloud NoSQL)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Persistent high-dimensional embeddings, user accounts, document metadata, chat history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7E8F9"/>
                          </a:solidFill>
                          <a:latin typeface="Arial"/>
                        </a:defRPr>
                      </a:pPr>
                      <a:r>
                        <a:t>Event Bus &amp; Infra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Redis Pub/Sub, Docker, Docker Compose, Upstash Redis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Asynchronous messaging, decoupling API from AI processing, containerization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DOCBRAIN AI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Security, Authentication &amp; Data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6289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🔐 Multi-Tenant JWT Authentication &amp; RBAC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Stateless JSON Web Tokens (JWT) with password hashing via bcrypt.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Role-Based Access Control (RBAC) middleware enforcing document access boundaries per user.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10728655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6289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🛡️ Strict Input Validation &amp; DTO Hygiene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Zod validation schemas on all incoming HTTP requests in Node.js backend.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Pydantic schemas enforcing strict event payloads across Redis Pub/Sub channels.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728655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1036289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7E8F9"/>
                </a:solidFill>
              </a:defRPr>
            </a:pPr>
            <a:r>
              <a:t>📁 Secure File Processing &amp; Storage Isolation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Multer upload middleware sanitizes filename extensions and restricts MIME types.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• Vector database namespaces isolate user document embeddings from cross-tenant access.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DOCBRAIN AI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API Architecture &amp; System Health Checks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📖 Swagger UI OpenAPI Docs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Interactive Documentation: Served directly at http://localhost:5000/api-docs.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Complete Endpoint Coverage: Full documentation of Auth, Documents, and Chat endpoints.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Try-It-Out Sandbox: Built-in authorization header configuration for seamless API testing.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🧪 Multi-Tier Health Probe Endpoints</a:t>
            </a:r>
          </a:p>
          <a:p>
            <a:pPr>
              <a:spcBef>
                <a:spcPts val="1000"/>
              </a:spcBef>
              <a:defRPr sz="1400" b="1">
                <a:solidFill>
                  <a:srgbClr val="67E8F9"/>
                </a:solidFill>
              </a:defRPr>
            </a:pPr>
            <a:r>
              <a:t>🟢 GET /health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Node.js Backend health check verifying server uptime and DB state.</a:t>
            </a:r>
          </a:p>
          <a:p>
            <a:pPr>
              <a:spcBef>
                <a:spcPts val="1000"/>
              </a:spcBef>
              <a:defRPr sz="1400" b="1">
                <a:solidFill>
                  <a:srgbClr val="67E8F9"/>
                </a:solidFill>
              </a:defRPr>
            </a:pPr>
            <a:r>
              <a:t>🟢 GET /health/redis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Verifies live connectivity to Redis Pub/Sub broker.</a:t>
            </a:r>
          </a:p>
          <a:p>
            <a:pPr>
              <a:spcBef>
                <a:spcPts val="1000"/>
              </a:spcBef>
              <a:defRPr sz="1400" b="1">
                <a:solidFill>
                  <a:srgbClr val="67E8F9"/>
                </a:solidFill>
              </a:defRPr>
            </a:pPr>
            <a:r>
              <a:t>🟢 GET /api/v1/health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Python FastAPI health check verifying ChromaDB and LLM key readiness.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DOCBRAIN AI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Cloud Deployment &amp; Infrastructure Blueprint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▲ Frontend Hosting: Vercel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Deployed via Vercel GitHub Integration (apps/frontend).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Environment configuration: NEXT_PUBLIC_API_URL pointing to backend.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Global CDN caching for static assets &amp; SSG pages.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002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🔷 Microservices: Render Blueprint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Automated multi-service blueprint via render.yaml configuration.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Deploys Node.js Express backend &amp; Python FastAPI AI microservice.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Auto-scaling web service instances with custom health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12064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1148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7E8F9"/>
                </a:solidFill>
              </a:defRPr>
            </a:pPr>
            <a:r>
              <a:t>🍃 Database: MongoDB Atlas Cloud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Free M0 Cloud Cluster for persistent document &amp; user metadata.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Network access restricted with secure database user credentials.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77639"/>
            <a:ext cx="512064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1480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⚡ Cache &amp; Event Bus: Upstash Redis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Serverless Redis instance supporting Pub/Sub messaging.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Low-latency cross-cloud event streaming between Render services.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DOCBRAIN AI •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Summary &amp; Key Architectural Achievements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7E8F9"/>
                </a:solidFill>
              </a:defRPr>
            </a:pPr>
            <a:r>
              <a:t>🏆 Key Milestones &amp; Production Highlights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✅ Production-Grade Decoupling: Fully event-driven microservices architecture via Redis Pub/Sub.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✅ Advanced Hybrid RAG: Reciprocal Rank Fusion of ChromaDB Dense Vector Search + BM25 Sparse Keyword Search.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✅ Resilient AI Workflows: LangGraph state machine with automatic follow-up generation and zero-hallucination prompts.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✅ Comprehensive Feature Suite: Full support for RAG chat, document summaries, interactive mind maps, flashcards, PDF comparison, and gTTS audio overviews.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✅ DevOps &amp; Security Ready: Containerized via Docker Compose, automated Render Blueprint, JWT/RBAC security, and interactive Swagger OpenAPI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